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901" Type="http://schemas.openxmlformats.org/officeDocument/2006/relationships/image" Target="../media/xss.svg"/><Relationship Id="rId902" Type="http://schemas.openxmlformats.org/officeDocument/2006/relationships/image" Target="../media/fake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Evil Media</a:t>
            </a:r>
          </a:p>
        </p:txBody>
      </p:sp>
    </p:spTree>
  </p:cSld>
  <p:clrMapOvr>
    <a:masterClrMapping/>
  </p:clrMapOvr>
  <a:blip xmlns:a="http://schemas.openxmlformats.org/drawingml/2006/main" xmlns:r="http://schemas.openxmlformats.org/officeDocument/2006/relationships" r:embed="rId901"/>
  <a:blip xmlns:a="http://schemas.openxmlformats.org/drawingml/2006/main" xmlns:r="http://schemas.openxmlformats.org/officeDocument/2006/relationships" r:embed="rId902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