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封面标题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副标题内容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第二个无标题幻灯片内容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第三页 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